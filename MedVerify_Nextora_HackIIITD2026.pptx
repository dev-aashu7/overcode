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itya Aashu" userId="52fc5b7b935b7817" providerId="LiveId" clId="{E8FBF754-4966-473F-B7D9-16751CE30867}"/>
    <pc:docChg chg="modSld">
      <pc:chgData name="Aaditya Aashu" userId="52fc5b7b935b7817" providerId="LiveId" clId="{E8FBF754-4966-473F-B7D9-16751CE30867}" dt="2026-10-16T04:20:50.253" v="1" actId="20577"/>
      <pc:docMkLst>
        <pc:docMk/>
      </pc:docMkLst>
      <pc:sldChg chg="modSp mod">
        <pc:chgData name="Aaditya Aashu" userId="52fc5b7b935b7817" providerId="LiveId" clId="{E8FBF754-4966-473F-B7D9-16751CE30867}" dt="2026-10-16T04:20:50.253" v="1" actId="20577"/>
        <pc:sldMkLst>
          <pc:docMk/>
          <pc:sldMk cId="0" sldId="256"/>
        </pc:sldMkLst>
        <pc:spChg chg="mod">
          <ac:chgData name="Aaditya Aashu" userId="52fc5b7b935b7817" providerId="LiveId" clId="{E8FBF754-4966-473F-B7D9-16751CE30867}" dt="2026-10-16T04:20:50.253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HACKIIITD 2026  •  ESYA '26  •  POWERED BY TINYFISH</a:t>
            </a:r>
          </a:p>
          <a:p>
            <a:pPr>
              <a:spcBef>
                <a:spcPts val="1000"/>
              </a:spcBef>
              <a:defRPr sz="5400" b="1">
                <a:solidFill>
                  <a:srgbClr val="FFFFFF"/>
                </a:solidFill>
              </a:defRPr>
            </a:pPr>
            <a:r>
              <a:t>MedVerify</a:t>
            </a:r>
          </a:p>
          <a:p>
            <a:pPr>
              <a:spcBef>
                <a:spcPts val="1200"/>
              </a:spcBef>
              <a:defRPr sz="2000">
                <a:solidFill>
                  <a:srgbClr val="CBD5E1"/>
                </a:solidFill>
              </a:defRPr>
            </a:pPr>
            <a:r>
              <a:t>Autonomous Web-Agent Copilot for Hospital Cashless Insurance Pre-Authorization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0" y="1280160"/>
            <a:ext cx="393192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rPr dirty="0"/>
              <a:t>TEAM NEXTORA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Member 1: [Enter Name &amp;</a:t>
            </a:r>
            <a:r>
              <a:rPr lang="en-US" dirty="0"/>
              <a:t> </a:t>
            </a:r>
            <a:r>
              <a:rPr dirty="0"/>
              <a:t>Role]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Member 2: [Enter Name &amp; Role]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Member 3: [Enter Name &amp; Role]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Member 4: [Enter Name &amp; Role]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College: [Enter Institution Name]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TinyFish</a:t>
            </a:r>
            <a:r>
              <a:rPr dirty="0"/>
              <a:t> Accounts: Verified on agent.tinyfish.ai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rPr dirty="0"/>
              <a:t>• Track: Agentic Web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02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The Cashless Pre-Authorization Bottleneck at Hospital Desks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1. Regulatory Pressure vs Reality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IRDAI Master Circular (29 May 2024) mandates insurers to decide cashless pre-auth requests within 1 hour &amp; discharge within 3 hours.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However, hospitals face severe delays preparing and submitting requests across 25+ fragmented TPA web portals.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Most legacy TPA portals lack public REST APIs for small &amp; mid-sized nursing homes.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2. Current Manual Desk Workflow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TPA desk clerks keep 10+ portal tabs open simultaneously (MediAssist, Vidal, Paramount, etc.).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For every admission, clerks manually log in, verify policy status, check room-rent caps &amp; co-pay clauses.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Clerks manually re-type 25+ clinical &amp; tariff fields across multi-page forms and upload PDFs.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Staff manually refresh status tables for hours to check if a TPA doctor raised a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3. Target Users &amp; Ecosystem Gap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Primary Users: Insurance Desk Coordinators at 20-to-150 bed hospitals &amp; nursing homes.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Beneficiaries: Patients &amp; families waiting hours for cashless admission or discharge.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Official NHCX Gap: Per NHA NHCX Dashboard (Sep 2026), only 873 private hospitals are live on NHCX nationwide.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Thousands of hospitals remain reliant on manual browser entry across legacy TPA portals.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03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MedVerify: Single-Form Intake with Autonomous Portal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Core Solution &amp; Key Features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Unified Hospital Desk Intake: Clerk enters patient Policy ID, ICD-10 diagnosis, estimated cost &amp; clinical PDF once.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Autonomous Policy Lookup: TinyFish Browser Agent logs into the target TPA portal and extracts room-rent limits &amp; co-pay JSON.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Multi-Step Form Pre-Filling: Agent navigates multi-tab pre-auth wizards, selects dropdowns &amp; populates fields.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Live Visual Stream + Human Gate: Clerk watches the live TinyFish streaming_url iframe; agent halts at 'Review &amp; Submit' for human sign-off.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What Makes MedVerify Different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Goal-Driven Resilience: Uses TinyFish natural-language goals + output_schema instead of brittle XPath/Selenium scripts.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Zero API Dependency: Bridges hospital desks to legacy TPA web portals before full FHIR/NHCX adoption.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Safety-First Healthcare Design: Never auto-submits irreversible financial/medical claims without clerk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11064240" cy="146304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Transparent Implementation Status (Planned vs. Implemented)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Round 1 Status: System architecture, API schemas, and human-in-the-loop workflow designed.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24-Hour Finale MVP Scope: Working Next.js + FastAPI app integrated with TinyFish API, demonstrated live against 2 self-hosted Sandbox TPA Portals (MockMediAssist &amp; MockParamount) using 100% synthetic patient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04 /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End-to-End Hospital Coordinator Journey (5 Steps)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10312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Step 1: Case Intake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Clerk selects target Sandbox TPA portal.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Enters synthetic Policy ID, diagnosis code &amp; estimated tariff.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Attaches clinical note PDF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554480"/>
            <a:ext cx="210312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Step 2: Policy Check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Backend triggers TinyFish /run-sse.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Agent logs into portal &amp; looks up Policy ID.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Extracts active status, room-rent cap &amp; co-pay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210312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Step 3: Form Navigation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Agent opens 'New Pre-Auth Request' wizard.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Selects treatment dropdowns &amp; fills cost fields.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Uploads clinical PDF attachment.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554480"/>
            <a:ext cx="2103120" cy="466344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Step 4: Live Review Gate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Clerk watches live browser via streaming_url iframe.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Agent halts at final Review screen.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Displays extracted JSON beside live portal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554480"/>
            <a:ext cx="210312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Step 5: Confirm / Track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Clerk verifies &amp; confirms submission (or clicks Cancel Run).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On-demand status run checks Pre-Auth Reference ID &amp; queries.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05 /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Existing Alternatives, Limitations &amp; Our Specific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176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1. Manual Desk Entry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Current Default: Clerks switching across 15+ TPA browser tabs.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Limitation: High human transcription error rate; repetitive typing of identical patient details; slow status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63040"/>
            <a:ext cx="265176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2. NHCX (ABDM Gateway)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National FHIR Claims Exchange.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Limitation: Requires full HMIS &amp; payer API onboarding (873 private hospitals onboarded as of Sep 2026).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Gap: Hospitals still need a bridge for non-API legacy portals.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65176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3. Traditional RPA Bots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UIPath / Custom Selenium scripts.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Limitation: High enterprise cost; hardcoded CSS/XPath selectors break whenever a TPA portal updates its DOM layout.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463040"/>
            <a:ext cx="2697480" cy="475488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4. MedVerify Advantage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Uses TinyFish goal-driven browser automation (/v1/automation/run-sse).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Adapts to multi-step web wizards &amp; dynamic dropdowns.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Embeds live streaming_url for human compliance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06 /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Architecture, Tech Stack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94944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End-to-End Component Data Flow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1. Next.js Hospital Desk UI -&gt; Sends structured patient JSON to FastAPI (POST /api/preauth/start).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2. FastAPI Orchestrator -&gt; Validates Pydantic input, builds natural-language 'goal' + strict 'output_schema'.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3. TinyFish Web Agent API -&gt; Executes POST /v1/automation/run-sse against our hosted Sandbox TPA Portals.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4. Real-Time Telemetry -&gt; TinyFish streams SSE progress events &amp; 'streaming_url' (rendered inside UI iframe).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5. Post-Run Validator -&gt; FastAPI inspects RunStatus.COMPLETED + verifies 'halted_at_review_screen == true' via GET /v1/runs/{id}.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6. Evidence &amp; Audit Store -&gt; Saves extracted coverage JSON and 'video_url' recording into SQLite/PostgreSQL.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63040"/>
            <a:ext cx="3931920" cy="48463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Technology Stack (Lean &amp; Practical)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Frontend: Next.js (React), Tailwind CSS (Hospital Dashboard + 2 Sandbox TPA Portals).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Backend: Python FastAPI + Pydantic (SSE proxy, prompt builder, schema validator).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Core Automation: TinyFish Web Agent API (@tiny-fish/sdk / REST).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Database: SQLite / PostgreSQL (Run logs, video_url links, synthetic patient cases).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07 / MANDATORY TINYFISH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How do you plan to integrate the TinyFish API?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1. Role &amp; Verified Endpoints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Why Needed: TPA portals require stateful login, dropdown selection &amp; multi-tab navigation without public APIs.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POST /v1/automation/run-sse: Primary endpoint for live execution, SSE progress &amp; streaming_url.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GET /v1/runs/{id}: Fetches final result JSON &amp; video_url audit recording.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POST /v1/runs/{id}/cancel: Allows clerk or watchdog to abort an active run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2. Input, Actions &amp; Output Schema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Inputs: Sandbox TPA URL, BrowserProfile.LITE, natural-language goal, and strict JSON output_schema.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Agent Actions: Logs into sandbox portal -&gt; queries Policy ID -&gt; extracts room-rent cap &amp; co-pay -&gt; fills 3-step pre-auth form -&gt; stops at Review page.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Output Contract: Returns typed JSON {policy_active, room_rent_cap_inr, copay_percent, fields_populated[], halted_at_review_screen}.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3. Error Handling &amp; Oversight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COMPLETED != Goal Success: Per TinyFish docs, RunStatus.COMPLETED only means session ended. FastAPI verifies halted_at_review_screen == true and checks for error strings.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Timeout Guard: 90s backend watchdog calls POST /v1/runs/{id}/cancel on hung steps.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Human Oversight: Clerk verifies live streaming_url iframe before final portal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08 / FEASIBILITY &amp;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24-Hour Implementation Scope, Privacy &amp; Technical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1. 24-Hour Finale Build Plan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Hours 0-6: Deploy 2 realistic Sandbox TPA Web Portals (MockMediAssist &amp; MockParamount) with multi-step forms.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Hours 6-14: Integrate FastAPI with TinyFish /run-sse, output_schema validator &amp; /cancel endpoint.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Hours 14-20: Build Next.js Hospital Desk UI with live streaming_url iframe.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Hours 20-24: Test across 15 synthetic patient cases &amp; edge-case error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2. Privacy &amp; Ethical Safeguards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100% Synthetic Data: Zero real patient health records (PHI), Aadhaar IDs, or real insurer credentials used.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Domain Allowlist: Backend restricts TinyFish target URLs strictly to our authorized sandbox domains.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No Circumvention: Never bypasses CAPTCHAs, 2FA, or unauthorized login walls.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5661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3. Limitations &amp; Fallback Plan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No Universal Guarantee: Browser agents can face layout timeouts (~25-60s runtime) and cannot automate every unseen portal.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Fallback Mechanism: If SSE stream drops, backend polls GET /v1/runs/{id}, saves partial field logs + video_url, and lets the clerk finish manually.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NEXTORA  //  MEDVERIFY                                                                                                   09 / IMPACT, EVALUATION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Expected Impact, Measurable Benchmarks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Measurable Finale Evaluation Criteria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1. Journey Completion Rate: % of sandbox runs (N=20) reaching the review screen (halted_at_review_screen == true).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2. Field Population Accuracy: % exact match between patient input JSON and populated portal form fields.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3. Preparation Time Reduction: Mean seconds per pre-auth run vs. manual multi-tab typing baseline on sandbox.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4. Error-Catch Rate: % of invalid/expired synthetic policy IDs accurately flagged by our backend validator.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5. Reproducibility: Consistency of output_schema JSON across 5 repeated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48463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Arial"/>
              </a:defRPr>
            </a:pPr>
            <a:r>
              <a:t>Expected Impact &amp; Post-Hackathon Roadmap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Expected Impact: Reduces repetitive multi-portal typing &amp; transcription errors at hospital desks (to be benchmarked on sandbox during Finale).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Phase 1 (HackIIITD Finale MVP): Unified intake + TinyFish /run-sse across 2 Sandbox TPA portals with live iframe verification.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Phase 2 (Post-Hackathon): Document OCR pre-extraction from doctor notes + role-based staff audit logs.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Phase 3 (Ecosystem Bridge): Hybrid router using NHCX FHIR APIs where available and TinyFish agents for legacy portals.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1859</Words>
  <Application>Microsoft Office PowerPoint</Application>
  <PresentationFormat>Widescreen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Aaditya Aashu</cp:lastModifiedBy>
  <cp:revision>1</cp:revision>
  <dcterms:created xsi:type="dcterms:W3CDTF">2013-01-27T09:14:16Z</dcterms:created>
  <dcterms:modified xsi:type="dcterms:W3CDTF">2026-10-16T04:45:47Z</dcterms:modified>
  <cp:category/>
</cp:coreProperties>
</file>